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4" r:id="rId7"/>
    <p:sldId id="263" r:id="rId8"/>
  </p:sldIdLst>
  <p:sldSz cx="9144000" cy="5143500" type="screen16x9"/>
  <p:notesSz cx="6858000" cy="9144000"/>
  <p:embeddedFontLst>
    <p:embeddedFont>
      <p:font typeface="Garamond" panose="02020404030301010803" pitchFamily="18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987D7B-CDC5-4EB2-A497-A8E5B108AF40}" v="21" dt="2025-11-09T17:26:49.298"/>
    <p1510:client id="{F116A824-5E79-21A6-D098-53C219B6352D}" v="52" dt="2025-11-09T17:37:11.333"/>
  </p1510:revLst>
</p1510:revInfo>
</file>

<file path=ppt/tableStyles.xml><?xml version="1.0" encoding="utf-8"?>
<a:tblStyleLst xmlns:a="http://schemas.openxmlformats.org/drawingml/2006/main" def="{FB100D54-3928-416C-8EDC-869697FBE37B}">
  <a:tblStyle styleId="{FB100D54-3928-416C-8EDC-869697FBE37B}" styleName="Table_0">
    <a:wholeTbl>
      <a:tcTxStyle b="off" i="off">
        <a:font>
          <a:latin typeface="Garamond"/>
          <a:ea typeface="Garamond"/>
          <a:cs typeface="Garamond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EF2F5"/>
          </a:solidFill>
        </a:fill>
      </a:tcStyle>
    </a:wholeTbl>
    <a:band1H>
      <a:tcTxStyle/>
      <a:tcStyle>
        <a:tcBdr/>
        <a:fill>
          <a:solidFill>
            <a:srgbClr val="DBE3E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BE3E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Garamond"/>
          <a:ea typeface="Garamond"/>
          <a:cs typeface="Garamond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Garamond"/>
          <a:ea typeface="Garamond"/>
          <a:cs typeface="Garamond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Garamond"/>
          <a:ea typeface="Garamond"/>
          <a:cs typeface="Garamond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Garamond"/>
          <a:ea typeface="Garamond"/>
          <a:cs typeface="Garamond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13" y="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1c47d7785_2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3a1c47d7785_2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1c47d7785_2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a1c47d7785_2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1c47d7785_2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a1c47d7785_2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1c47d7785_2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a1c47d7785_2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1c47d7785_9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a1c47d7785_9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1c47d7785_2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a1c47d7785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1" y="0"/>
            <a:ext cx="9144000" cy="5143500"/>
          </a:xfrm>
          <a:prstGeom prst="rect">
            <a:avLst/>
          </a:prstGeom>
          <a:blipFill rotWithShape="1">
            <a:blip r:embed="rId2">
              <a:alphaModFix amt="40000"/>
            </a:blip>
            <a:tile tx="-133350" ty="330200" sx="85000" sy="85000" flip="xy" algn="tl"/>
          </a:blip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980903" y="950797"/>
            <a:ext cx="7182197" cy="323096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algn="ctr" rotWithShape="0">
              <a:srgbClr val="000000">
                <a:alpha val="65882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1085851" y="1058711"/>
            <a:ext cx="6972300" cy="3026077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3851910" y="950797"/>
            <a:ext cx="144018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14"/>
          <p:cNvGrpSpPr/>
          <p:nvPr/>
        </p:nvGrpSpPr>
        <p:grpSpPr>
          <a:xfrm>
            <a:off x="3937635" y="950797"/>
            <a:ext cx="1268730" cy="483971"/>
            <a:chOff x="5318306" y="1386268"/>
            <a:chExt cx="1567331" cy="645295"/>
          </a:xfrm>
        </p:grpSpPr>
        <p:cxnSp>
          <p:nvCxnSpPr>
            <p:cNvPr id="64" name="Google Shape;64;p14"/>
            <p:cNvCxnSpPr/>
            <p:nvPr/>
          </p:nvCxnSpPr>
          <p:spPr>
            <a:xfrm>
              <a:off x="5318306" y="1386268"/>
              <a:ext cx="0" cy="640080"/>
            </a:xfrm>
            <a:prstGeom prst="straightConnector1">
              <a:avLst/>
            </a:prstGeom>
            <a:solidFill>
              <a:srgbClr val="262626"/>
            </a:solidFill>
            <a:ln w="9525" cap="flat" cmpd="sng">
              <a:solidFill>
                <a:srgbClr val="26262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5" name="Google Shape;65;p14"/>
            <p:cNvCxnSpPr/>
            <p:nvPr/>
          </p:nvCxnSpPr>
          <p:spPr>
            <a:xfrm>
              <a:off x="6885637" y="1386268"/>
              <a:ext cx="0" cy="640080"/>
            </a:xfrm>
            <a:prstGeom prst="straightConnector1">
              <a:avLst/>
            </a:prstGeom>
            <a:solidFill>
              <a:srgbClr val="262626"/>
            </a:solidFill>
            <a:ln w="9525" cap="flat" cmpd="sng">
              <a:solidFill>
                <a:srgbClr val="26262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6" name="Google Shape;66;p14"/>
            <p:cNvCxnSpPr/>
            <p:nvPr/>
          </p:nvCxnSpPr>
          <p:spPr>
            <a:xfrm>
              <a:off x="5318306" y="2031563"/>
              <a:ext cx="1567331" cy="0"/>
            </a:xfrm>
            <a:prstGeom prst="straightConnector1">
              <a:avLst/>
            </a:prstGeom>
            <a:solidFill>
              <a:srgbClr val="262626"/>
            </a:solidFill>
            <a:ln w="9525" cap="flat" cmpd="sng">
              <a:solidFill>
                <a:srgbClr val="26262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7" name="Google Shape;67;p14"/>
          <p:cNvSpPr txBox="1">
            <a:spLocks noGrp="1"/>
          </p:cNvSpPr>
          <p:nvPr>
            <p:ph type="ctrTitle"/>
          </p:nvPr>
        </p:nvSpPr>
        <p:spPr>
          <a:xfrm>
            <a:off x="1171281" y="1568447"/>
            <a:ext cx="680144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  <a:defRPr sz="5400" b="0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ubTitle" idx="1"/>
          </p:nvPr>
        </p:nvSpPr>
        <p:spPr>
          <a:xfrm>
            <a:off x="1171575" y="3511546"/>
            <a:ext cx="6803136" cy="342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564842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3989070" y="1005941"/>
            <a:ext cx="1165860" cy="39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0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1090422" y="3909060"/>
            <a:ext cx="44291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6455189" y="3909060"/>
            <a:ext cx="158391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lvl="1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lvl="2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lvl="3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lvl="4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lvl="5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lvl="6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lvl="7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lvl="8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800100" y="481946"/>
            <a:ext cx="75438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800100" y="1577340"/>
            <a:ext cx="7543800" cy="2948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Char char="◦"/>
              <a:defRPr/>
            </a:lvl1pPr>
            <a:lvl2pPr marL="914400" lvl="1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marL="1371600" lvl="2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dt" idx="10"/>
          </p:nvPr>
        </p:nvSpPr>
        <p:spPr>
          <a:xfrm>
            <a:off x="292098" y="4660901"/>
            <a:ext cx="20574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ftr" idx="11"/>
          </p:nvPr>
        </p:nvSpPr>
        <p:spPr>
          <a:xfrm>
            <a:off x="2617470" y="4660901"/>
            <a:ext cx="390906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sldNum" idx="12"/>
          </p:nvPr>
        </p:nvSpPr>
        <p:spPr>
          <a:xfrm>
            <a:off x="7761401" y="4660901"/>
            <a:ext cx="109728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2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8838" y="0"/>
            <a:ext cx="9144000" cy="5143500"/>
          </a:xfrm>
          <a:prstGeom prst="rect">
            <a:avLst/>
          </a:prstGeom>
          <a:blipFill rotWithShape="1">
            <a:blip r:embed="rId2">
              <a:alphaModFix amt="40000"/>
            </a:blip>
            <a:tile tx="-133350" ty="330200" sx="85000" sy="85000" flip="xy" algn="tl"/>
          </a:blip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980903" y="950797"/>
            <a:ext cx="7182197" cy="323096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algn="ctr" rotWithShape="0">
              <a:srgbClr val="000000">
                <a:alpha val="65882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1085851" y="1058711"/>
            <a:ext cx="6972300" cy="3026077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3851910" y="950797"/>
            <a:ext cx="144018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" name="Google Shape;83;p16"/>
          <p:cNvGrpSpPr/>
          <p:nvPr/>
        </p:nvGrpSpPr>
        <p:grpSpPr>
          <a:xfrm>
            <a:off x="3937635" y="950797"/>
            <a:ext cx="1268730" cy="483971"/>
            <a:chOff x="5318306" y="1386268"/>
            <a:chExt cx="1567331" cy="645295"/>
          </a:xfrm>
        </p:grpSpPr>
        <p:cxnSp>
          <p:nvCxnSpPr>
            <p:cNvPr id="84" name="Google Shape;84;p16"/>
            <p:cNvCxnSpPr/>
            <p:nvPr/>
          </p:nvCxnSpPr>
          <p:spPr>
            <a:xfrm>
              <a:off x="5318306" y="1386268"/>
              <a:ext cx="0" cy="640080"/>
            </a:xfrm>
            <a:prstGeom prst="straightConnector1">
              <a:avLst/>
            </a:prstGeom>
            <a:solidFill>
              <a:srgbClr val="262626"/>
            </a:solidFill>
            <a:ln w="9525" cap="flat" cmpd="sng">
              <a:solidFill>
                <a:srgbClr val="7D3B1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5" name="Google Shape;85;p16"/>
            <p:cNvCxnSpPr/>
            <p:nvPr/>
          </p:nvCxnSpPr>
          <p:spPr>
            <a:xfrm>
              <a:off x="6885637" y="1386268"/>
              <a:ext cx="0" cy="640080"/>
            </a:xfrm>
            <a:prstGeom prst="straightConnector1">
              <a:avLst/>
            </a:prstGeom>
            <a:solidFill>
              <a:srgbClr val="262626"/>
            </a:solidFill>
            <a:ln w="9525" cap="flat" cmpd="sng">
              <a:solidFill>
                <a:srgbClr val="7D3B1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6" name="Google Shape;86;p16"/>
            <p:cNvCxnSpPr/>
            <p:nvPr/>
          </p:nvCxnSpPr>
          <p:spPr>
            <a:xfrm>
              <a:off x="5318306" y="2031563"/>
              <a:ext cx="1567331" cy="0"/>
            </a:xfrm>
            <a:prstGeom prst="straightConnector1">
              <a:avLst/>
            </a:prstGeom>
            <a:solidFill>
              <a:srgbClr val="262626"/>
            </a:solidFill>
            <a:ln w="9525" cap="flat" cmpd="sng">
              <a:solidFill>
                <a:srgbClr val="7D3B1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1172717" y="1570732"/>
            <a:ext cx="6803136" cy="1940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  <a:defRPr sz="5400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xfrm>
            <a:off x="1172718" y="3511547"/>
            <a:ext cx="680313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dt" idx="10"/>
          </p:nvPr>
        </p:nvSpPr>
        <p:spPr>
          <a:xfrm>
            <a:off x="3991356" y="1008377"/>
            <a:ext cx="1165860" cy="397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0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ftr" idx="11"/>
          </p:nvPr>
        </p:nvSpPr>
        <p:spPr>
          <a:xfrm>
            <a:off x="1090422" y="3909060"/>
            <a:ext cx="443026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sldNum" idx="12"/>
          </p:nvPr>
        </p:nvSpPr>
        <p:spPr>
          <a:xfrm>
            <a:off x="6453378" y="3909060"/>
            <a:ext cx="158419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800100" y="481946"/>
            <a:ext cx="75438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800100" y="1577340"/>
            <a:ext cx="3566160" cy="2811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Char char="◦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◦"/>
              <a:defRPr sz="1200"/>
            </a:lvl2pPr>
            <a:lvl3pPr marL="1371600" lvl="2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3pPr>
            <a:lvl4pPr marL="1828800" lvl="3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4pPr>
            <a:lvl5pPr marL="2286000" lvl="4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5pPr>
            <a:lvl6pPr marL="2743200" lvl="5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6pPr>
            <a:lvl7pPr marL="3200400" lvl="6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7pPr>
            <a:lvl8pPr marL="3657600" lvl="7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8pPr>
            <a:lvl9pPr marL="4114800" lvl="8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body" idx="2"/>
          </p:nvPr>
        </p:nvSpPr>
        <p:spPr>
          <a:xfrm>
            <a:off x="4777740" y="1577340"/>
            <a:ext cx="3566160" cy="2811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Char char="◦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◦"/>
              <a:defRPr sz="1200"/>
            </a:lvl2pPr>
            <a:lvl3pPr marL="1371600" lvl="2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3pPr>
            <a:lvl4pPr marL="1828800" lvl="3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4pPr>
            <a:lvl5pPr marL="2286000" lvl="4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5pPr>
            <a:lvl6pPr marL="2743200" lvl="5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6pPr>
            <a:lvl7pPr marL="3200400" lvl="6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7pPr>
            <a:lvl8pPr marL="3657600" lvl="7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8pPr>
            <a:lvl9pPr marL="4114800" lvl="8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dt" idx="10"/>
          </p:nvPr>
        </p:nvSpPr>
        <p:spPr>
          <a:xfrm>
            <a:off x="292098" y="4660901"/>
            <a:ext cx="20574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ftr" idx="11"/>
          </p:nvPr>
        </p:nvSpPr>
        <p:spPr>
          <a:xfrm>
            <a:off x="2617470" y="4660901"/>
            <a:ext cx="390906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ldNum" idx="12"/>
          </p:nvPr>
        </p:nvSpPr>
        <p:spPr>
          <a:xfrm>
            <a:off x="7761401" y="4660901"/>
            <a:ext cx="109728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>
            <a:spLocks noGrp="1"/>
          </p:cNvSpPr>
          <p:nvPr>
            <p:ph type="title"/>
          </p:nvPr>
        </p:nvSpPr>
        <p:spPr>
          <a:xfrm>
            <a:off x="800100" y="481946"/>
            <a:ext cx="75438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body" idx="1"/>
          </p:nvPr>
        </p:nvSpPr>
        <p:spPr>
          <a:xfrm>
            <a:off x="802386" y="1555751"/>
            <a:ext cx="356616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 b="1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body" idx="2"/>
          </p:nvPr>
        </p:nvSpPr>
        <p:spPr>
          <a:xfrm>
            <a:off x="802386" y="2066924"/>
            <a:ext cx="356616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Char char="◦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◦"/>
              <a:defRPr sz="1200"/>
            </a:lvl2pPr>
            <a:lvl3pPr marL="1371600" lvl="2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3pPr>
            <a:lvl4pPr marL="1828800" lvl="3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4pPr>
            <a:lvl5pPr marL="2286000" lvl="4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5pPr>
            <a:lvl6pPr marL="2743200" lvl="5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6pPr>
            <a:lvl7pPr marL="3200400" lvl="6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7pPr>
            <a:lvl8pPr marL="3657600" lvl="7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8pPr>
            <a:lvl9pPr marL="4114800" lvl="8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9pPr>
          </a:lstStyle>
          <a:p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3"/>
          </p:nvPr>
        </p:nvSpPr>
        <p:spPr>
          <a:xfrm>
            <a:off x="4780026" y="1555751"/>
            <a:ext cx="356616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 b="1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4"/>
          </p:nvPr>
        </p:nvSpPr>
        <p:spPr>
          <a:xfrm>
            <a:off x="4780026" y="2067436"/>
            <a:ext cx="356616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Char char="◦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◦"/>
              <a:defRPr sz="1200"/>
            </a:lvl2pPr>
            <a:lvl3pPr marL="1371600" lvl="2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3pPr>
            <a:lvl4pPr marL="1828800" lvl="3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4pPr>
            <a:lvl5pPr marL="2286000" lvl="4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5pPr>
            <a:lvl6pPr marL="2743200" lvl="5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6pPr>
            <a:lvl7pPr marL="3200400" lvl="6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7pPr>
            <a:lvl8pPr marL="3657600" lvl="7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8pPr>
            <a:lvl9pPr marL="4114800" lvl="8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dt" idx="10"/>
          </p:nvPr>
        </p:nvSpPr>
        <p:spPr>
          <a:xfrm>
            <a:off x="292098" y="4660901"/>
            <a:ext cx="20574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2617470" y="4660901"/>
            <a:ext cx="390906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7761401" y="4660901"/>
            <a:ext cx="109728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800100" y="481946"/>
            <a:ext cx="75438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dt" idx="10"/>
          </p:nvPr>
        </p:nvSpPr>
        <p:spPr>
          <a:xfrm>
            <a:off x="292098" y="4660901"/>
            <a:ext cx="20574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ftr" idx="11"/>
          </p:nvPr>
        </p:nvSpPr>
        <p:spPr>
          <a:xfrm>
            <a:off x="2617470" y="4660901"/>
            <a:ext cx="390906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sldNum" idx="12"/>
          </p:nvPr>
        </p:nvSpPr>
        <p:spPr>
          <a:xfrm>
            <a:off x="7761401" y="4660901"/>
            <a:ext cx="109728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>
            <a:spLocks noGrp="1"/>
          </p:cNvSpPr>
          <p:nvPr>
            <p:ph type="dt" idx="10"/>
          </p:nvPr>
        </p:nvSpPr>
        <p:spPr>
          <a:xfrm>
            <a:off x="292098" y="4660901"/>
            <a:ext cx="20574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ftr" idx="11"/>
          </p:nvPr>
        </p:nvSpPr>
        <p:spPr>
          <a:xfrm>
            <a:off x="2617470" y="4660901"/>
            <a:ext cx="390906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ldNum" idx="12"/>
          </p:nvPr>
        </p:nvSpPr>
        <p:spPr>
          <a:xfrm>
            <a:off x="7761401" y="4660901"/>
            <a:ext cx="109728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6972300" y="455544"/>
            <a:ext cx="1823085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Garamond"/>
              <a:buNone/>
              <a:defRPr sz="2100" b="0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body" idx="1"/>
          </p:nvPr>
        </p:nvSpPr>
        <p:spPr>
          <a:xfrm>
            <a:off x="514350" y="457200"/>
            <a:ext cx="5829300" cy="4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Char char="◦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◦"/>
              <a:defRPr sz="1200"/>
            </a:lvl2pPr>
            <a:lvl3pPr marL="1371600" lvl="2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3pPr>
            <a:lvl4pPr marL="1828800" lvl="3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4pPr>
            <a:lvl5pPr marL="2286000" lvl="4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5pPr>
            <a:lvl6pPr marL="2743200" lvl="5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6pPr>
            <a:lvl7pPr marL="3200400" lvl="6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7pPr>
            <a:lvl8pPr marL="3657600" lvl="7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8pPr>
            <a:lvl9pPr marL="4114800" lvl="8" indent="-298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◦"/>
              <a:defRPr sz="1100"/>
            </a:lvl9pPr>
          </a:lstStyle>
          <a:p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2"/>
          </p:nvPr>
        </p:nvSpPr>
        <p:spPr>
          <a:xfrm>
            <a:off x="6972300" y="1714500"/>
            <a:ext cx="1823085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dt" idx="10"/>
          </p:nvPr>
        </p:nvSpPr>
        <p:spPr>
          <a:xfrm>
            <a:off x="292098" y="4660901"/>
            <a:ext cx="20574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ftr" idx="11"/>
          </p:nvPr>
        </p:nvSpPr>
        <p:spPr>
          <a:xfrm>
            <a:off x="2617470" y="4660901"/>
            <a:ext cx="390906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sldNum" idx="12"/>
          </p:nvPr>
        </p:nvSpPr>
        <p:spPr>
          <a:xfrm>
            <a:off x="7797546" y="4670298"/>
            <a:ext cx="109728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title"/>
          </p:nvPr>
        </p:nvSpPr>
        <p:spPr>
          <a:xfrm>
            <a:off x="6972300" y="452628"/>
            <a:ext cx="1824228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Garamond"/>
              <a:buNone/>
              <a:defRPr sz="2100" b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2"/>
          <p:cNvSpPr>
            <a:spLocks noGrp="1"/>
          </p:cNvSpPr>
          <p:nvPr>
            <p:ph type="pic" idx="2"/>
          </p:nvPr>
        </p:nvSpPr>
        <p:spPr>
          <a:xfrm>
            <a:off x="171449" y="178308"/>
            <a:ext cx="6398514" cy="4786884"/>
          </a:xfrm>
          <a:prstGeom prst="rect">
            <a:avLst/>
          </a:prstGeom>
          <a:solidFill>
            <a:srgbClr val="BFB9B9"/>
          </a:solidFill>
          <a:ln>
            <a:noFill/>
          </a:ln>
        </p:spPr>
      </p:sp>
      <p:sp>
        <p:nvSpPr>
          <p:cNvPr id="130" name="Google Shape;130;p22"/>
          <p:cNvSpPr txBox="1">
            <a:spLocks noGrp="1"/>
          </p:cNvSpPr>
          <p:nvPr>
            <p:ph type="body" idx="1"/>
          </p:nvPr>
        </p:nvSpPr>
        <p:spPr>
          <a:xfrm>
            <a:off x="6972300" y="1714500"/>
            <a:ext cx="1824228" cy="2626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dt" idx="10"/>
          </p:nvPr>
        </p:nvSpPr>
        <p:spPr>
          <a:xfrm>
            <a:off x="292098" y="4660901"/>
            <a:ext cx="20574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ftr" idx="11"/>
          </p:nvPr>
        </p:nvSpPr>
        <p:spPr>
          <a:xfrm>
            <a:off x="2617470" y="4660901"/>
            <a:ext cx="390906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2"/>
          <p:cNvSpPr txBox="1">
            <a:spLocks noGrp="1"/>
          </p:cNvSpPr>
          <p:nvPr>
            <p:ph type="sldNum" idx="12"/>
          </p:nvPr>
        </p:nvSpPr>
        <p:spPr>
          <a:xfrm>
            <a:off x="7797546" y="4670298"/>
            <a:ext cx="109728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4" name="Google Shape;134;p22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>
            <a:spLocks noGrp="1"/>
          </p:cNvSpPr>
          <p:nvPr>
            <p:ph type="title"/>
          </p:nvPr>
        </p:nvSpPr>
        <p:spPr>
          <a:xfrm>
            <a:off x="800100" y="481946"/>
            <a:ext cx="75438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body" idx="1"/>
          </p:nvPr>
        </p:nvSpPr>
        <p:spPr>
          <a:xfrm rot="5400000">
            <a:off x="3097530" y="-720090"/>
            <a:ext cx="2948940" cy="75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Char char="◦"/>
              <a:defRPr/>
            </a:lvl1pPr>
            <a:lvl2pPr marL="914400" lvl="1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marL="1371600" lvl="2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9pPr>
          </a:lstStyle>
          <a:p>
            <a:endParaRPr/>
          </a:p>
        </p:txBody>
      </p:sp>
      <p:sp>
        <p:nvSpPr>
          <p:cNvPr id="138" name="Google Shape;138;p23"/>
          <p:cNvSpPr txBox="1">
            <a:spLocks noGrp="1"/>
          </p:cNvSpPr>
          <p:nvPr>
            <p:ph type="dt" idx="10"/>
          </p:nvPr>
        </p:nvSpPr>
        <p:spPr>
          <a:xfrm>
            <a:off x="292098" y="4660901"/>
            <a:ext cx="20574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ftr" idx="11"/>
          </p:nvPr>
        </p:nvSpPr>
        <p:spPr>
          <a:xfrm>
            <a:off x="2617470" y="4660901"/>
            <a:ext cx="390906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sldNum" idx="12"/>
          </p:nvPr>
        </p:nvSpPr>
        <p:spPr>
          <a:xfrm>
            <a:off x="7761401" y="4660901"/>
            <a:ext cx="109728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>
            <a:spLocks noGrp="1"/>
          </p:cNvSpPr>
          <p:nvPr>
            <p:ph type="title"/>
          </p:nvPr>
        </p:nvSpPr>
        <p:spPr>
          <a:xfrm rot="5400000">
            <a:off x="5657850" y="1657350"/>
            <a:ext cx="3943350" cy="177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4"/>
          <p:cNvSpPr txBox="1">
            <a:spLocks noGrp="1"/>
          </p:cNvSpPr>
          <p:nvPr>
            <p:ph type="body" idx="1"/>
          </p:nvPr>
        </p:nvSpPr>
        <p:spPr>
          <a:xfrm rot="5400000">
            <a:off x="1685925" y="-485775"/>
            <a:ext cx="3943350" cy="60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Char char="◦"/>
              <a:defRPr/>
            </a:lvl1pPr>
            <a:lvl2pPr marL="914400" lvl="1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2pPr>
            <a:lvl3pPr marL="1371600" lvl="2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9pPr>
          </a:lstStyle>
          <a:p>
            <a:endParaRPr/>
          </a:p>
        </p:txBody>
      </p:sp>
      <p:sp>
        <p:nvSpPr>
          <p:cNvPr id="144" name="Google Shape;144;p24"/>
          <p:cNvSpPr txBox="1">
            <a:spLocks noGrp="1"/>
          </p:cNvSpPr>
          <p:nvPr>
            <p:ph type="dt" idx="10"/>
          </p:nvPr>
        </p:nvSpPr>
        <p:spPr>
          <a:xfrm>
            <a:off x="292098" y="4660901"/>
            <a:ext cx="20574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4"/>
          <p:cNvSpPr txBox="1">
            <a:spLocks noGrp="1"/>
          </p:cNvSpPr>
          <p:nvPr>
            <p:ph type="ftr" idx="11"/>
          </p:nvPr>
        </p:nvSpPr>
        <p:spPr>
          <a:xfrm>
            <a:off x="2617470" y="4660901"/>
            <a:ext cx="390906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4"/>
          <p:cNvSpPr txBox="1">
            <a:spLocks noGrp="1"/>
          </p:cNvSpPr>
          <p:nvPr>
            <p:ph type="sldNum" idx="12"/>
          </p:nvPr>
        </p:nvSpPr>
        <p:spPr>
          <a:xfrm>
            <a:off x="7761401" y="4660901"/>
            <a:ext cx="109728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76022" y="178308"/>
            <a:ext cx="8791956" cy="478688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800100" y="481946"/>
            <a:ext cx="75438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Garamond"/>
              <a:buNone/>
              <a:defRPr sz="3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800100" y="1577340"/>
            <a:ext cx="7543800" cy="2948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Garamond"/>
              <a:buChar char="◦"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Garamond"/>
              <a:buChar char="◦"/>
              <a:defRPr sz="11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Garamond"/>
              <a:buChar char="◦"/>
              <a:defRPr sz="11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Garamond"/>
              <a:buChar char="◦"/>
              <a:defRPr sz="11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Garamond"/>
              <a:buChar char="◦"/>
              <a:defRPr sz="11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Garamond"/>
              <a:buChar char="◦"/>
              <a:defRPr sz="11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Garamond"/>
              <a:buChar char="◦"/>
              <a:defRPr sz="11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Garamond"/>
              <a:buChar char="◦"/>
              <a:defRPr sz="11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292098" y="4660901"/>
            <a:ext cx="20574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2617470" y="4660901"/>
            <a:ext cx="390906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7761401" y="4660901"/>
            <a:ext cx="109728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278892" y="281178"/>
            <a:ext cx="8586216" cy="4581144"/>
          </a:xfrm>
          <a:prstGeom prst="rect">
            <a:avLst/>
          </a:prstGeom>
          <a:noFill/>
          <a:ln w="9525" cap="sq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1" name="Google Shape;151;p25"/>
          <p:cNvGraphicFramePr/>
          <p:nvPr/>
        </p:nvGraphicFramePr>
        <p:xfrm>
          <a:off x="1467988" y="1728477"/>
          <a:ext cx="6095925" cy="2187080"/>
        </p:xfrm>
        <a:graphic>
          <a:graphicData uri="http://schemas.openxmlformats.org/drawingml/2006/table">
            <a:tbl>
              <a:tblPr firstRow="1" bandRow="1">
                <a:noFill/>
                <a:tableStyleId>{FB100D54-3928-416C-8EDC-869697FBE37B}</a:tableStyleId>
              </a:tblPr>
              <a:tblGrid>
                <a:gridCol w="2031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1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1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strike="noStrike" cap="none">
                          <a:solidFill>
                            <a:schemeClr val="dk1"/>
                          </a:solidFill>
                        </a:rPr>
                        <a:t>FULL NAME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strike="noStrike" cap="none">
                          <a:solidFill>
                            <a:schemeClr val="dk1"/>
                          </a:solidFill>
                        </a:rPr>
                        <a:t>CLASS ROLL NO.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strike="noStrike" cap="none">
                          <a:solidFill>
                            <a:schemeClr val="dk1"/>
                          </a:solidFill>
                        </a:rPr>
                        <a:t>AUTONOMY ROLL NO.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ANANYA ARYA</a:t>
                      </a:r>
                      <a:endParaRPr sz="14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2262032</a:t>
                      </a:r>
                      <a:endParaRPr sz="14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12622019007</a:t>
                      </a:r>
                      <a:endParaRPr sz="14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DHRUV JAIN</a:t>
                      </a:r>
                      <a:endParaRPr sz="14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2262016</a:t>
                      </a:r>
                      <a:endParaRPr sz="14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12622019020</a:t>
                      </a:r>
                      <a:endParaRPr sz="14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KANHAIYA YADAV</a:t>
                      </a:r>
                      <a:endParaRPr sz="14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2262028</a:t>
                      </a:r>
                      <a:endParaRPr sz="14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12622019026</a:t>
                      </a:r>
                      <a:endParaRPr sz="14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SABYASACHI SINHA</a:t>
                      </a:r>
                      <a:endParaRPr sz="14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2262027</a:t>
                      </a:r>
                      <a:endParaRPr sz="14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12622019045</a:t>
                      </a:r>
                      <a:endParaRPr sz="14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2" name="Google Shape;152;p25"/>
          <p:cNvSpPr txBox="1"/>
          <p:nvPr/>
        </p:nvSpPr>
        <p:spPr>
          <a:xfrm>
            <a:off x="1388060" y="1220200"/>
            <a:ext cx="45729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NUMBER – 12</a:t>
            </a:r>
            <a:endParaRPr sz="1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– FOURCASTERS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>
            <a:spLocks noGrp="1"/>
          </p:cNvSpPr>
          <p:nvPr>
            <p:ph type="title"/>
          </p:nvPr>
        </p:nvSpPr>
        <p:spPr>
          <a:xfrm>
            <a:off x="800100" y="481946"/>
            <a:ext cx="75438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Garamond"/>
              <a:buNone/>
            </a:pPr>
            <a:r>
              <a:rPr lang="en-GB" u="sng"/>
              <a:t>PROBLEM STATEMENT</a:t>
            </a:r>
            <a:r>
              <a:rPr lang="en-GB"/>
              <a:t> :</a:t>
            </a:r>
            <a:endParaRPr u="sng"/>
          </a:p>
        </p:txBody>
      </p:sp>
      <p:sp>
        <p:nvSpPr>
          <p:cNvPr id="158" name="Google Shape;158;p26"/>
          <p:cNvSpPr txBox="1">
            <a:spLocks noGrp="1"/>
          </p:cNvSpPr>
          <p:nvPr>
            <p:ph type="body" idx="1"/>
          </p:nvPr>
        </p:nvSpPr>
        <p:spPr>
          <a:xfrm>
            <a:off x="800100" y="1577340"/>
            <a:ext cx="7543800" cy="2948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400"/>
              <a:buNone/>
            </a:pPr>
            <a:r>
              <a:rPr lang="en-GB" sz="2400"/>
              <a:t>SANKET –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400"/>
              <a:buNone/>
            </a:pPr>
            <a:r>
              <a:rPr lang="en-GB" sz="2400"/>
              <a:t>A Computer Vision based solution for hearing-impaired to detect sign language and convert it into readable form.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>
            <a:spLocks noGrp="1"/>
          </p:cNvSpPr>
          <p:nvPr>
            <p:ph type="title"/>
          </p:nvPr>
        </p:nvSpPr>
        <p:spPr>
          <a:xfrm>
            <a:off x="800100" y="481946"/>
            <a:ext cx="75438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Garamond"/>
              <a:buNone/>
            </a:pPr>
            <a:r>
              <a:rPr lang="en-GB" u="sng"/>
              <a:t>OBJECTIVES</a:t>
            </a:r>
            <a:r>
              <a:rPr lang="en-GB"/>
              <a:t> :</a:t>
            </a:r>
            <a:endParaRPr u="sng"/>
          </a:p>
        </p:txBody>
      </p:sp>
      <p:sp>
        <p:nvSpPr>
          <p:cNvPr id="164" name="Google Shape;164;p27"/>
          <p:cNvSpPr txBox="1">
            <a:spLocks noGrp="1"/>
          </p:cNvSpPr>
          <p:nvPr>
            <p:ph type="body" idx="1"/>
          </p:nvPr>
        </p:nvSpPr>
        <p:spPr>
          <a:xfrm>
            <a:off x="800100" y="1577340"/>
            <a:ext cx="7543800" cy="2948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81000" lvl="0" indent="-241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 sz="2100" dirty="0"/>
          </a:p>
          <a:p>
            <a:pPr marL="381000" lvl="0" indent="-3746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00"/>
              <a:buAutoNum type="arabicParenR"/>
            </a:pPr>
            <a:r>
              <a:rPr lang="en-GB" sz="2100" dirty="0"/>
              <a:t>Detect static letters, digits, and words (done in previous demos)</a:t>
            </a:r>
            <a:endParaRPr dirty="0"/>
          </a:p>
          <a:p>
            <a:pPr marL="381000" lvl="0" indent="-3746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00"/>
              <a:buAutoNum type="arabicParenR"/>
            </a:pPr>
            <a:r>
              <a:rPr lang="en-GB" sz="2100" dirty="0"/>
              <a:t>Detect dynamic letters, digits, words, and sentences </a:t>
            </a:r>
            <a:endParaRPr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>
            <a:spLocks noGrp="1"/>
          </p:cNvSpPr>
          <p:nvPr>
            <p:ph type="title"/>
          </p:nvPr>
        </p:nvSpPr>
        <p:spPr>
          <a:xfrm>
            <a:off x="800100" y="311321"/>
            <a:ext cx="75438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Garamond"/>
              <a:buNone/>
            </a:pPr>
            <a:r>
              <a:rPr lang="en-US" dirty="0"/>
              <a:t>MAIN PROGRESS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A3D79D-E0C3-8252-6165-AFE8C477B718}"/>
              </a:ext>
            </a:extLst>
          </p:cNvPr>
          <p:cNvSpPr txBox="1"/>
          <p:nvPr/>
        </p:nvSpPr>
        <p:spPr>
          <a:xfrm>
            <a:off x="4572000" y="1130157"/>
            <a:ext cx="39658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At the end of last semester, our model was recognizing most static images of letters, digits and some words.</a:t>
            </a:r>
          </a:p>
          <a:p>
            <a:endParaRPr lang="en-US" sz="1800" dirty="0"/>
          </a:p>
          <a:p>
            <a:r>
              <a:rPr lang="en-US" sz="1800" dirty="0"/>
              <a:t>We have been able to detect dynamic letters, digits, words, sentences which use only one hand for signing.  A person can stand in front of the camera and sign (using one hand) any message, the desired output will be displayed.</a:t>
            </a:r>
            <a:endParaRPr lang="en-IN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3F0D85-21BA-1596-2139-56B8ABDB88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43"/>
          <a:stretch>
            <a:fillRect/>
          </a:stretch>
        </p:blipFill>
        <p:spPr>
          <a:xfrm>
            <a:off x="446926" y="1130157"/>
            <a:ext cx="4125074" cy="34128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>
            <a:spLocks noGrp="1"/>
          </p:cNvSpPr>
          <p:nvPr>
            <p:ph type="title"/>
          </p:nvPr>
        </p:nvSpPr>
        <p:spPr>
          <a:xfrm>
            <a:off x="457181" y="364407"/>
            <a:ext cx="75438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Garamond"/>
              <a:buNone/>
            </a:pPr>
            <a:r>
              <a:rPr lang="en-GB" dirty="0"/>
              <a:t>What we will demonstrate in the final demonstration…</a:t>
            </a:r>
            <a:endParaRPr dirty="0"/>
          </a:p>
        </p:txBody>
      </p:sp>
      <p:sp>
        <p:nvSpPr>
          <p:cNvPr id="181" name="Google Shape;181;p29"/>
          <p:cNvSpPr/>
          <p:nvPr/>
        </p:nvSpPr>
        <p:spPr>
          <a:xfrm>
            <a:off x="564811" y="1186757"/>
            <a:ext cx="4473188" cy="3145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sz="1600" dirty="0">
              <a:solidFill>
                <a:schemeClr val="dk1"/>
              </a:solidFill>
              <a:latin typeface="Garamon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5C7B9A-2E95-6A2B-E7E2-5AA864222D7A}"/>
              </a:ext>
            </a:extLst>
          </p:cNvPr>
          <p:cNvSpPr txBox="1"/>
          <p:nvPr/>
        </p:nvSpPr>
        <p:spPr>
          <a:xfrm>
            <a:off x="611312" y="1746607"/>
            <a:ext cx="463878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000" dirty="0"/>
              <a:t>A working interface which allows user to sign whatever they wish and for an appropriate message to be displayed.</a:t>
            </a:r>
          </a:p>
          <a:p>
            <a:pPr marL="342900" indent="-342900">
              <a:buAutoNum type="arabicPeriod"/>
            </a:pPr>
            <a:endParaRPr lang="en-US" sz="2000" dirty="0"/>
          </a:p>
          <a:p>
            <a:pPr marL="342900" indent="-342900">
              <a:buAutoNum type="arabicPeriod"/>
            </a:pPr>
            <a:r>
              <a:rPr lang="en-US" sz="2000" dirty="0"/>
              <a:t>Text to speech converter so that people who cannot hear well can read the message</a:t>
            </a:r>
            <a:endParaRPr lang="en-IN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41751-F42B-BA72-721F-89AEB08F5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Individual Contributions</a:t>
            </a:r>
            <a:endParaRPr lang="en-IN" u="s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7E6EA-F90F-66A5-734A-B6CF6D12E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Sabyasachi Sinha – Literature Research, Frame Capturing, Feature Extraction, Object Tracking</a:t>
            </a:r>
          </a:p>
          <a:p>
            <a:r>
              <a:rPr lang="en-US" sz="2000" dirty="0"/>
              <a:t>Kanhaiya Yadav – UI development, Frame Capturing, </a:t>
            </a:r>
            <a:r>
              <a:rPr lang="en-US" sz="2000"/>
              <a:t>Feature Extraction, </a:t>
            </a:r>
            <a:r>
              <a:rPr lang="en-US" sz="2000" dirty="0"/>
              <a:t>Object tracking</a:t>
            </a:r>
          </a:p>
          <a:p>
            <a:r>
              <a:rPr lang="en-US" sz="2000" dirty="0"/>
              <a:t>Dhruv Jain – Architecture Design, Model training and testing</a:t>
            </a:r>
          </a:p>
          <a:p>
            <a:r>
              <a:rPr lang="en-US" sz="2000" dirty="0"/>
              <a:t>Ananya Arya – Synthetic Data Curation, Model training and testing</a:t>
            </a:r>
          </a:p>
        </p:txBody>
      </p:sp>
    </p:spTree>
    <p:extLst>
      <p:ext uri="{BB962C8B-B14F-4D97-AF65-F5344CB8AC3E}">
        <p14:creationId xmlns:p14="http://schemas.microsoft.com/office/powerpoint/2010/main" val="4041936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2" descr="brown and white wooden arrow sig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368" y="277789"/>
            <a:ext cx="8598089" cy="4589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avon">
  <a:themeElements>
    <a:clrScheme name="Savon">
      <a:dk1>
        <a:srgbClr val="000000"/>
      </a:dk1>
      <a:lt1>
        <a:srgbClr val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250</Words>
  <Application>Microsoft Office PowerPoint</Application>
  <PresentationFormat>On-screen Show (16:9)</PresentationFormat>
  <Paragraphs>38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Garamond</vt:lpstr>
      <vt:lpstr>Arial</vt:lpstr>
      <vt:lpstr>Savon</vt:lpstr>
      <vt:lpstr>PowerPoint Presentation</vt:lpstr>
      <vt:lpstr>PROBLEM STATEMENT :</vt:lpstr>
      <vt:lpstr>OBJECTIVES :</vt:lpstr>
      <vt:lpstr>MAIN PROGRESS</vt:lpstr>
      <vt:lpstr>What we will demonstrate in the final demonstration…</vt:lpstr>
      <vt:lpstr>Individual Contributions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Kanhaiya Yadav</dc:creator>
  <cp:lastModifiedBy>Sabyasachi Sinha</cp:lastModifiedBy>
  <cp:revision>56</cp:revision>
  <dcterms:modified xsi:type="dcterms:W3CDTF">2026-04-07T16:33:11Z</dcterms:modified>
</cp:coreProperties>
</file>